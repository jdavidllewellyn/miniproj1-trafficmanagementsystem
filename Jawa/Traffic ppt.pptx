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Canva Sans" charset="1" panose="020B0503030501040103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39787" y="2935629"/>
            <a:ext cx="11208425" cy="129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b="true" sz="73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Traffic Management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39787" y="4169423"/>
            <a:ext cx="11208425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using Java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37448" y="8077835"/>
            <a:ext cx="462153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Done by: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Aswanth.P</a:t>
            </a:r>
          </a:p>
          <a:p>
            <a:pPr algn="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Reg. No: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URK24CS7127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0" y="0"/>
            <a:ext cx="182880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0" y="19050"/>
            <a:ext cx="19050" cy="102679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9070" y="10248900"/>
            <a:ext cx="182880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8249900" y="19085"/>
            <a:ext cx="19050" cy="102679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733" y="3619817"/>
            <a:ext cx="14688534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This program is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designed to streamline the monitoring and management of vehicular movement within a city or region. It leverages a MySQL database connected via JDBC (Java Database Connectivity) to store, retrieve, and manage critical information such as vehicle registrations, traffic signals, and traffic violations.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51798" y="857250"/>
            <a:ext cx="838440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2870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826895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733" y="3619817"/>
            <a:ext cx="14688534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ntegrating a database-driven approach with a user-friendly interface  to provide an efficient and centralized platform for managing traffic-related information using Java and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MySQL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The system’s scope covers the registration and tracking of vehicles, maintenance of traffic signal data, and recording of violations committed by drivers. It supports essential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CRUD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operations—allowing authorized users to create, read, update, and delete records directly through a graphical interface.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41097" y="857250"/>
            <a:ext cx="122058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 of a Project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2870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826895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733" y="3619817"/>
            <a:ext cx="14688534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 Studio Code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Java(JDK 8&gt;) &amp; SWING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MySQL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Database Connectivity(JDBC)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73237" y="857250"/>
            <a:ext cx="932247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2870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826895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2870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826895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163040" y="2040572"/>
            <a:ext cx="8218002" cy="6912195"/>
          </a:xfrm>
          <a:custGeom>
            <a:avLst/>
            <a:gdLst/>
            <a:ahLst/>
            <a:cxnLst/>
            <a:rect r="r" b="b" t="t" l="l"/>
            <a:pathLst>
              <a:path h="6912195" w="8218002">
                <a:moveTo>
                  <a:pt x="0" y="0"/>
                </a:moveTo>
                <a:lnTo>
                  <a:pt x="8218002" y="0"/>
                </a:lnTo>
                <a:lnTo>
                  <a:pt x="8218002" y="6912195"/>
                </a:lnTo>
                <a:lnTo>
                  <a:pt x="0" y="6912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2" t="0" r="-67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31434" y="160814"/>
            <a:ext cx="1080608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2870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826895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665950" y="1860950"/>
            <a:ext cx="11186918" cy="7397350"/>
          </a:xfrm>
          <a:custGeom>
            <a:avLst/>
            <a:gdLst/>
            <a:ahLst/>
            <a:cxnLst/>
            <a:rect r="r" b="b" t="t" l="l"/>
            <a:pathLst>
              <a:path h="7397350" w="11186918">
                <a:moveTo>
                  <a:pt x="0" y="0"/>
                </a:moveTo>
                <a:lnTo>
                  <a:pt x="11186918" y="0"/>
                </a:lnTo>
                <a:lnTo>
                  <a:pt x="11186918" y="7397350"/>
                </a:lnTo>
                <a:lnTo>
                  <a:pt x="0" y="7397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82848" y="159703"/>
            <a:ext cx="135531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Screenshot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733" y="3619817"/>
            <a:ext cx="14688534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raffic Management System efficiently manages vehicle, signal, and violation records using Java and MySQL. It simplifies data handling through a user-friendly GUI and reliable database connectivity via JDBC. The system enhances accuracy, reduces manual work, and provides a scalable foundation for future traffic automation features and finally, the planned design and code was implemented and the project was completed and it executed successfully.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67514" y="857250"/>
            <a:ext cx="915297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2870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826895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DAG2uK-CT-Y</dc:identifier>
  <dcterms:modified xsi:type="dcterms:W3CDTF">2011-08-01T06:04:30Z</dcterms:modified>
  <cp:revision>1</cp:revision>
  <dc:title>Traffic ppt</dc:title>
</cp:coreProperties>
</file>